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16256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5F96C-73F3-9741-9E4A-7952EF0809B0}" v="1" dt="2026-05-08T14:06:52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77"/>
    <p:restoredTop sz="94653"/>
  </p:normalViewPr>
  <p:slideViewPr>
    <p:cSldViewPr snapToGrid="0">
      <p:cViewPr varScale="1">
        <p:scale>
          <a:sx n="100" d="100"/>
          <a:sy n="100" d="100"/>
        </p:scale>
        <p:origin x="176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995312"/>
            <a:ext cx="13817600" cy="4244622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6403623"/>
            <a:ext cx="12192000" cy="2943577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6826-C8EC-4746-B299-12B430476D4C}" type="datetimeFigureOut">
              <a:rPr lang="en-PL" smtClean="0"/>
              <a:t>08/05/2026</a:t>
            </a:fld>
            <a:endParaRPr lang="en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0028-2DE0-AB4C-B7EB-1427C1175E42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769805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6826-C8EC-4746-B299-12B430476D4C}" type="datetimeFigureOut">
              <a:rPr lang="en-PL" smtClean="0"/>
              <a:t>08/05/2026</a:t>
            </a:fld>
            <a:endParaRPr lang="en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0028-2DE0-AB4C-B7EB-1427C1175E42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37215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4" y="3039537"/>
            <a:ext cx="14020800" cy="5071532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4" y="8159048"/>
            <a:ext cx="14020800" cy="2666999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6826-C8EC-4746-B299-12B430476D4C}" type="datetimeFigureOut">
              <a:rPr lang="en-PL" smtClean="0"/>
              <a:t>08/05/2026</a:t>
            </a:fld>
            <a:endParaRPr lang="en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0028-2DE0-AB4C-B7EB-1427C1175E42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179318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3245556"/>
            <a:ext cx="6908800" cy="77357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3245556"/>
            <a:ext cx="6908800" cy="77357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6826-C8EC-4746-B299-12B430476D4C}" type="datetimeFigureOut">
              <a:rPr lang="en-PL" smtClean="0"/>
              <a:t>08/05/2026</a:t>
            </a:fld>
            <a:endParaRPr lang="en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0028-2DE0-AB4C-B7EB-1427C1175E42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048567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649114"/>
            <a:ext cx="14020800" cy="23565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9" y="2988734"/>
            <a:ext cx="6877049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9" y="4453467"/>
            <a:ext cx="6877049" cy="6550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1" y="2988734"/>
            <a:ext cx="6910917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1" y="4453467"/>
            <a:ext cx="6910917" cy="6550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6826-C8EC-4746-B299-12B430476D4C}" type="datetimeFigureOut">
              <a:rPr lang="en-PL" smtClean="0"/>
              <a:t>08/05/2026</a:t>
            </a:fld>
            <a:endParaRPr lang="en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0028-2DE0-AB4C-B7EB-1427C1175E42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64373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6826-C8EC-4746-B299-12B430476D4C}" type="datetimeFigureOut">
              <a:rPr lang="en-PL" smtClean="0"/>
              <a:t>08/05/2026</a:t>
            </a:fld>
            <a:endParaRPr lang="en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0028-2DE0-AB4C-B7EB-1427C1175E42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4057754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6826-C8EC-4746-B299-12B430476D4C}" type="datetimeFigureOut">
              <a:rPr lang="en-PL" smtClean="0"/>
              <a:t>08/05/2026</a:t>
            </a:fld>
            <a:endParaRPr lang="en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0028-2DE0-AB4C-B7EB-1427C1175E42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400338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755425"/>
            <a:ext cx="8229600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6826-C8EC-4746-B299-12B430476D4C}" type="datetimeFigureOut">
              <a:rPr lang="en-PL" smtClean="0"/>
              <a:t>08/05/2026</a:t>
            </a:fld>
            <a:endParaRPr lang="en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0028-2DE0-AB4C-B7EB-1427C1175E42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0216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755425"/>
            <a:ext cx="8229600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6826-C8EC-4746-B299-12B430476D4C}" type="datetimeFigureOut">
              <a:rPr lang="en-PL" smtClean="0"/>
              <a:t>08/05/2026</a:t>
            </a:fld>
            <a:endParaRPr lang="en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0028-2DE0-AB4C-B7EB-1427C1175E42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583588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6826-C8EC-4746-B299-12B430476D4C}" type="datetimeFigureOut">
              <a:rPr lang="en-PL" smtClean="0"/>
              <a:t>08/05/2026</a:t>
            </a:fld>
            <a:endParaRPr lang="en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0028-2DE0-AB4C-B7EB-1427C1175E42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858021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1" y="649111"/>
            <a:ext cx="3505200" cy="1033215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1" y="649111"/>
            <a:ext cx="10312400" cy="1033215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6826-C8EC-4746-B299-12B430476D4C}" type="datetimeFigureOut">
              <a:rPr lang="en-PL" smtClean="0"/>
              <a:t>08/05/2026</a:t>
            </a:fld>
            <a:endParaRPr lang="en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80028-2DE0-AB4C-B7EB-1427C1175E42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4630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649114"/>
            <a:ext cx="140208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3245556"/>
            <a:ext cx="140208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136826-C8EC-4746-B299-12B430476D4C}" type="datetimeFigureOut">
              <a:rPr lang="en-PL" smtClean="0"/>
              <a:t>08/05/2026</a:t>
            </a:fld>
            <a:endParaRPr lang="en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11300181"/>
            <a:ext cx="54864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80028-2DE0-AB4C-B7EB-1427C1175E42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06774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625620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05" indent="-406405" algn="l" defTabSz="1625620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D495-D791-3B18-677F-DF4701B61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B3374-7978-592E-A09A-99C7B1238A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69556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0D25A0-BE4C-FD95-01B4-B2B39047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997" y="369911"/>
            <a:ext cx="7772400" cy="60732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6AC6D8-7548-2985-9779-8028BD555A99}"/>
              </a:ext>
            </a:extLst>
          </p:cNvPr>
          <p:cNvSpPr txBox="1"/>
          <p:nvPr/>
        </p:nvSpPr>
        <p:spPr>
          <a:xfrm>
            <a:off x="3604042" y="504968"/>
            <a:ext cx="129653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a) </a:t>
            </a:r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r>
              <a:rPr lang="en-PL" dirty="0"/>
              <a:t>b)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983514-2FC0-5128-FEE9-8834488E7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712" y="6748072"/>
            <a:ext cx="7772400" cy="280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28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4</Words>
  <Application>Microsoft Macintosh PowerPoint</Application>
  <PresentationFormat>Custom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Kinga Zielińska</dc:creator>
  <cp:lastModifiedBy>Kinga Zielińska</cp:lastModifiedBy>
  <cp:revision>2</cp:revision>
  <dcterms:created xsi:type="dcterms:W3CDTF">2026-03-30T14:33:46Z</dcterms:created>
  <dcterms:modified xsi:type="dcterms:W3CDTF">2026-05-08T14:07:01Z</dcterms:modified>
</cp:coreProperties>
</file>